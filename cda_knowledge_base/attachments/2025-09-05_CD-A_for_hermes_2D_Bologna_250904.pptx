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75"/>
    <a:srgbClr val="FFE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B188B-A307-4FAE-BCBA-A1A0E6EDD036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0A019-D242-4562-935C-AC1A8718CE3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7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670C6-88E9-5330-1613-9D4F5353C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422082-E432-6DAA-00A9-123EBB428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D7EDAE-FE51-B788-B58F-ACD90EE3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BCE2F5-79E0-2C32-D0C6-FA5E6DF7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CAC676-6643-1155-A644-9AF690E9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24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60B90-C0E4-81CF-734E-6D6C8D08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C77DEE-1F9C-E9EC-E566-6C7EA9FA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0ECF9D-189D-9FC3-5DB9-0830CF25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D9230-F4EF-7874-DB36-10D13E52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0CA88C-C66B-4FCE-0E38-93199A4F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24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B6D6C7-7C76-FFF3-D75F-2780016F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F06963-C04F-E913-315D-799CEA27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FFAC4D-C87B-B385-A65C-A4B56F02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2E3B21-432E-CFAC-19D7-6EC71359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159434-3E96-0C90-D475-74AF0029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3C76-6F73-06C8-63A9-77080A4B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12F94-7D7A-19AB-D84F-3D4241DE5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2A19D9-7C2E-0CC0-58B5-37F1916D3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4C9844-1B74-ADBE-7C2E-71B72178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593370-D095-3AD1-5CF8-D8C82BA8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5D0511-39FF-B899-5778-5E83276A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85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BFFAE-0E39-9EC7-13BB-704466B2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566667-92DC-A409-398F-A6610EA6E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58EA9-6E57-9FD4-A15E-974525ED8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4B2D92-09BB-BD3A-60D0-8432AA10F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497992-C90B-7445-8E1B-ED388910F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982C6B-ABA5-E739-CFD6-B4B5C6A5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65A6C1-7122-1EDA-8D13-41D9A25C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CFFEB2-CCB8-8F72-B684-1234922A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3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9AE84-17AE-2E37-E330-AB0AB388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201483-2FD8-09A0-C1A7-50F81934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6D776-22F8-2681-1897-EEA07899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8743C-1A83-1244-C4A2-361928DF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1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A47DDE-BE11-40FF-CEC9-97EA3C45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8CA2FE-E7DB-0532-143E-A05998EA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C2906-DA5D-5A31-EA20-FC707264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57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4613B-EAF5-EF7E-D6FE-B4CB708D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A9F042-81D9-8667-38B5-D143D379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4C463B-DB01-F1F2-5BAD-1631AFA9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AC5761-3CE0-B4E3-0F37-3C921BD3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D1DD28-C0B2-14AB-AF7A-65E06137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EC0D7F-12C5-CCA9-C289-C8AEF6A4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35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0CE88-4C23-A664-09B3-7E2C8C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1AEB03-C32D-450F-2F2E-F04138096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1E5894-D898-6977-1B2F-60E7A0C33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8B2513-D872-EEDC-B489-5DAD3D40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BA230-6E7B-A87A-5E62-99ACAD0E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5A3F97-10D8-1D74-3E36-D6F9DD98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2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035EC-1BE0-7969-CF6C-820E4D14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0CB34B-FB78-F41C-4E2B-C52C56DE1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429B4-022C-AFCC-CB7F-D19176F2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579DC-C425-796E-E6B2-B48121C7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455C44-3031-E2C2-5AEB-5DF38F6F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75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C4C8CE-0D0C-7D5A-B84E-C659458F9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0E7258-FB75-96C5-7597-874B2D25A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57629-C060-5DBD-2E1C-3634907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FC7B52-485D-DC63-1F0E-598382E6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86B616-D6A4-0E0E-37D5-C6FA641B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5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E68749-D6FB-46A1-A2D9-DDFEAF2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14368E-8B9D-540D-A7AB-5518E807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C2DBA5-01EF-38F4-51A1-6549F7E96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8A2FD-22F3-8426-FDF0-018357BC0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0DC1A-D2C5-4763-88B4-B4F64F021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6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866B16A-CEB4-0F57-E90A-9081E9492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66041"/>
            <a:ext cx="12192000" cy="701202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DAC6648-ACA3-BAEB-5F98-B4576263510F}"/>
              </a:ext>
            </a:extLst>
          </p:cNvPr>
          <p:cNvSpPr txBox="1"/>
          <p:nvPr/>
        </p:nvSpPr>
        <p:spPr>
          <a:xfrm>
            <a:off x="11460396" y="5774130"/>
            <a:ext cx="322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154F75"/>
                </a:solidFill>
                <a:latin typeface="Modern Love Grunge" panose="020F0502020204030204" pitchFamily="82" charset="0"/>
                <a:cs typeface="Dreaming Outloud Pro" panose="020F0502020204030204" pitchFamily="66" charset="0"/>
              </a:rPr>
              <a:t>2</a:t>
            </a:r>
            <a:endParaRPr lang="en-GB" sz="2800" b="1" dirty="0">
              <a:solidFill>
                <a:srgbClr val="154F75"/>
              </a:solidFill>
              <a:latin typeface="Modern Love Grunge" panose="020F0502020204030204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BC9A44A-EED3-4D3E-F5AA-2CE048ED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828000"/>
            <a:ext cx="10440000" cy="684606"/>
          </a:xfrm>
        </p:spPr>
        <p:txBody>
          <a:bodyPr lIns="90000">
            <a:normAutofit/>
          </a:bodyPr>
          <a:lstStyle>
            <a:lvl1pPr marL="0" algn="l" defTabSz="457200" rtl="0" eaLnBrk="1" latinLnBrk="0" hangingPunct="1">
              <a:defRPr lang="fr-FR" sz="2100" b="1" kern="1200" cap="all" baseline="0" dirty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Optimizing numerical models </a:t>
            </a:r>
            <a:br>
              <a:rPr lang="en-US" dirty="0"/>
            </a:br>
            <a:r>
              <a:rPr lang="en-US" dirty="0"/>
              <a:t>using geophysical data sets</a:t>
            </a:r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CD6EDEA-DDD7-43EC-CD7F-D016DB13FFD4}"/>
              </a:ext>
            </a:extLst>
          </p:cNvPr>
          <p:cNvSpPr txBox="1">
            <a:spLocks/>
          </p:cNvSpPr>
          <p:nvPr/>
        </p:nvSpPr>
        <p:spPr>
          <a:xfrm>
            <a:off x="211684" y="1596618"/>
            <a:ext cx="2029897" cy="462294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Starting</a:t>
            </a:r>
            <a:r>
              <a:rPr lang="fr-FR" dirty="0"/>
              <a:t> point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FF30F9-4E0C-9231-5A9A-5A7C7DE5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1</a:t>
            </a:fld>
            <a:endParaRPr lang="en-GB"/>
          </a:p>
        </p:txBody>
      </p:sp>
      <p:pic>
        <p:nvPicPr>
          <p:cNvPr id="2" name="Inhaltsplatzhalter 8">
            <a:extLst>
              <a:ext uri="{FF2B5EF4-FFF2-40B4-BE49-F238E27FC236}">
                <a16:creationId xmlns:a16="http://schemas.microsoft.com/office/drawing/2014/main" id="{F2A8ACE9-4D99-C4B1-1E7E-887ECBD2E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7" y="4467658"/>
            <a:ext cx="2216798" cy="214996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1F064A3-2311-5831-9C1E-91EC70FDC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" y="2077449"/>
            <a:ext cx="2354850" cy="2370778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09BC849-3244-72EC-5981-4AD8B60B387C}"/>
              </a:ext>
            </a:extLst>
          </p:cNvPr>
          <p:cNvGrpSpPr>
            <a:grpSpLocks noChangeAspect="1"/>
          </p:cNvGrpSpPr>
          <p:nvPr/>
        </p:nvGrpSpPr>
        <p:grpSpPr>
          <a:xfrm>
            <a:off x="2459379" y="2091824"/>
            <a:ext cx="7784291" cy="3862545"/>
            <a:chOff x="1823015" y="1372937"/>
            <a:chExt cx="6431568" cy="3089901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80CE911-CCE8-09D9-7D87-0B8229F8337B}"/>
                </a:ext>
              </a:extLst>
            </p:cNvPr>
            <p:cNvSpPr/>
            <p:nvPr/>
          </p:nvSpPr>
          <p:spPr>
            <a:xfrm>
              <a:off x="1823015" y="1372937"/>
              <a:ext cx="6431568" cy="3089901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CB56EA7-A0EE-32D4-CA72-35AACA382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2" b="28328"/>
            <a:stretch/>
          </p:blipFill>
          <p:spPr>
            <a:xfrm>
              <a:off x="6356179" y="2820630"/>
              <a:ext cx="1780990" cy="1526818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E963DA2-D5EF-8413-4990-F4E93D0C2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450" y="1419557"/>
              <a:ext cx="2996565" cy="1353444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84C9B32-A4DC-1A93-6B73-9F180D7FE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</a:blip>
            <a:srcRect l="51176" t="7205" r="10305" b="51263"/>
            <a:stretch/>
          </p:blipFill>
          <p:spPr>
            <a:xfrm>
              <a:off x="2170031" y="2715633"/>
              <a:ext cx="2068015" cy="1686538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DEA3783-8F5C-CBDF-4632-AEA3EE25E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4370929" y="2778981"/>
              <a:ext cx="1852365" cy="1590618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72BEDA04-B43C-F138-E2ED-99418FA62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</a:blip>
            <a:srcRect l="5727" t="6146" r="47857" b="4712"/>
            <a:stretch/>
          </p:blipFill>
          <p:spPr>
            <a:xfrm>
              <a:off x="7010842" y="1406687"/>
              <a:ext cx="1215318" cy="1393032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E34C4000-97B9-2961-54AE-0685E8CD9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rcRect l="1635" t="12362" r="65543" b="60978"/>
            <a:stretch/>
          </p:blipFill>
          <p:spPr>
            <a:xfrm>
              <a:off x="4874751" y="1431177"/>
              <a:ext cx="2107669" cy="1290096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3BC1104-2DB4-2B1A-E34C-142176921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3767" y="51791"/>
            <a:ext cx="2517097" cy="139051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89F4613-717C-079B-8274-A4B47F99A8D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287"/>
          <a:stretch/>
        </p:blipFill>
        <p:spPr>
          <a:xfrm>
            <a:off x="7051251" y="19447"/>
            <a:ext cx="2410464" cy="140144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522C095-EE11-1886-A947-BE275416D0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8415" y="6032696"/>
            <a:ext cx="1154332" cy="66992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254DBE6-780B-66A9-9214-CC74B4F4B2B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49500"/>
          <a:stretch/>
        </p:blipFill>
        <p:spPr>
          <a:xfrm>
            <a:off x="7555580" y="5938149"/>
            <a:ext cx="1397896" cy="994231"/>
          </a:xfrm>
          <a:prstGeom prst="rect">
            <a:avLst/>
          </a:prstGeom>
        </p:spPr>
      </p:pic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5797F37-5F93-CA43-A78B-B335F9BF7BC1}"/>
              </a:ext>
            </a:extLst>
          </p:cNvPr>
          <p:cNvSpPr txBox="1">
            <a:spLocks/>
          </p:cNvSpPr>
          <p:nvPr/>
        </p:nvSpPr>
        <p:spPr>
          <a:xfrm>
            <a:off x="2634429" y="1604534"/>
            <a:ext cx="3598817" cy="462294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Enhanced</a:t>
            </a:r>
            <a:r>
              <a:rPr lang="fr-FR" dirty="0"/>
              <a:t> use of </a:t>
            </a:r>
            <a:r>
              <a:rPr lang="fr-FR" dirty="0" err="1"/>
              <a:t>measurements</a:t>
            </a:r>
            <a:endParaRPr lang="fr-FR" dirty="0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58CBE446-53E7-30EA-899E-5B69760BF5B1}"/>
              </a:ext>
            </a:extLst>
          </p:cNvPr>
          <p:cNvSpPr txBox="1">
            <a:spLocks/>
          </p:cNvSpPr>
          <p:nvPr/>
        </p:nvSpPr>
        <p:spPr>
          <a:xfrm>
            <a:off x="10785440" y="1655811"/>
            <a:ext cx="1406560" cy="462294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Aim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87B01BF-615B-B15D-B1B8-E3E0FF6E4ABB}"/>
              </a:ext>
            </a:extLst>
          </p:cNvPr>
          <p:cNvSpPr txBox="1">
            <a:spLocks/>
          </p:cNvSpPr>
          <p:nvPr/>
        </p:nvSpPr>
        <p:spPr>
          <a:xfrm>
            <a:off x="629257" y="3108825"/>
            <a:ext cx="1313959" cy="462294"/>
          </a:xfrm>
          <a:prstGeom prst="rect">
            <a:avLst/>
          </a:prstGeom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 err="1"/>
              <a:t>Numerical</a:t>
            </a:r>
            <a:r>
              <a:rPr lang="fr-FR" dirty="0"/>
              <a:t> model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19BE1608-C13E-BACE-3621-EF7780A235B2}"/>
              </a:ext>
            </a:extLst>
          </p:cNvPr>
          <p:cNvSpPr txBox="1">
            <a:spLocks/>
          </p:cNvSpPr>
          <p:nvPr/>
        </p:nvSpPr>
        <p:spPr>
          <a:xfrm>
            <a:off x="629257" y="5242278"/>
            <a:ext cx="1313959" cy="462294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EDZ </a:t>
            </a:r>
            <a:r>
              <a:rPr lang="fr-FR" dirty="0" err="1"/>
              <a:t>around</a:t>
            </a:r>
            <a:r>
              <a:rPr lang="fr-FR" dirty="0"/>
              <a:t> niche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53C719B2-FB81-657F-CF38-2A9774C8884F}"/>
              </a:ext>
            </a:extLst>
          </p:cNvPr>
          <p:cNvSpPr txBox="1">
            <a:spLocks/>
          </p:cNvSpPr>
          <p:nvPr/>
        </p:nvSpPr>
        <p:spPr>
          <a:xfrm>
            <a:off x="10424373" y="2422905"/>
            <a:ext cx="1497290" cy="2187019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400" dirty="0" err="1"/>
              <a:t>Improvement</a:t>
            </a:r>
            <a:r>
              <a:rPr lang="fr-FR" sz="1400" dirty="0"/>
              <a:t> of model </a:t>
            </a:r>
            <a:r>
              <a:rPr lang="fr-FR" sz="1400" dirty="0" err="1"/>
              <a:t>approaches</a:t>
            </a:r>
            <a:r>
              <a:rPr lang="fr-FR" sz="1400" dirty="0"/>
              <a:t> by </a:t>
            </a:r>
            <a:r>
              <a:rPr lang="fr-FR" sz="1400" dirty="0" err="1"/>
              <a:t>combining</a:t>
            </a:r>
            <a:r>
              <a:rPr lang="fr-FR" sz="1400" dirty="0"/>
              <a:t> </a:t>
            </a:r>
            <a:r>
              <a:rPr lang="fr-FR" sz="1400" dirty="0" err="1"/>
              <a:t>physical</a:t>
            </a:r>
            <a:r>
              <a:rPr lang="fr-FR" sz="1400" dirty="0"/>
              <a:t> and data-</a:t>
            </a:r>
            <a:r>
              <a:rPr lang="fr-FR" sz="1400" dirty="0" err="1"/>
              <a:t>driven</a:t>
            </a:r>
            <a:r>
              <a:rPr lang="fr-FR" sz="1400" dirty="0"/>
              <a:t> </a:t>
            </a:r>
            <a:r>
              <a:rPr lang="fr-FR" sz="1400" dirty="0" err="1"/>
              <a:t>models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2574601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7A8BEB74BC94F9F8BA119A4F81761" ma:contentTypeVersion="15" ma:contentTypeDescription="Crée un document." ma:contentTypeScope="" ma:versionID="3bcaea979d011b007ec132c544a5c6ad">
  <xsd:schema xmlns:xsd="http://www.w3.org/2001/XMLSchema" xmlns:xs="http://www.w3.org/2001/XMLSchema" xmlns:p="http://schemas.microsoft.com/office/2006/metadata/properties" xmlns:ns3="6b229fca-adcf-4f90-8eba-3549d5a903e4" xmlns:ns4="9235c9a2-6973-4369-92da-94f802cc11e7" targetNamespace="http://schemas.microsoft.com/office/2006/metadata/properties" ma:root="true" ma:fieldsID="8fd632264cbdc0e3b4a392114bb0360f" ns3:_="" ns4:_="">
    <xsd:import namespace="6b229fca-adcf-4f90-8eba-3549d5a903e4"/>
    <xsd:import namespace="9235c9a2-6973-4369-92da-94f802cc11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29fca-adcf-4f90-8eba-3549d5a90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35c9a2-6973-4369-92da-94f802cc11e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229fca-adcf-4f90-8eba-3549d5a903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F3CBEC-3D55-40B9-AEE1-DF2EA37C6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229fca-adcf-4f90-8eba-3549d5a903e4"/>
    <ds:schemaRef ds:uri="9235c9a2-6973-4369-92da-94f802cc1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1E45D6-04A3-4181-BC25-E1D5D829EA7A}">
  <ds:schemaRefs>
    <ds:schemaRef ds:uri="http://www.w3.org/XML/1998/namespace"/>
    <ds:schemaRef ds:uri="http://purl.org/dc/dcmitype/"/>
    <ds:schemaRef ds:uri="http://schemas.microsoft.com/office/2006/documentManagement/types"/>
    <ds:schemaRef ds:uri="9235c9a2-6973-4369-92da-94f802cc11e7"/>
    <ds:schemaRef ds:uri="6b229fca-adcf-4f90-8eba-3549d5a903e4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B2FDF02-53F6-42A1-A619-A55D5FB8DC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Modern Love Grunge</vt:lpstr>
      <vt:lpstr>Thème Office</vt:lpstr>
      <vt:lpstr>Optimizing numerical models  using geophysical data sets</vt:lpstr>
    </vt:vector>
  </TitlesOfParts>
  <Company>ANDRA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THEODON Louise</dc:creator>
  <cp:lastModifiedBy>Ziefle, Gesa</cp:lastModifiedBy>
  <cp:revision>6</cp:revision>
  <dcterms:created xsi:type="dcterms:W3CDTF">2024-07-10T09:53:19Z</dcterms:created>
  <dcterms:modified xsi:type="dcterms:W3CDTF">2025-09-05T07:01:42Z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0x01010097D7A8BEB74BC94F9F8BA119A4F81761</vt:lpwstr>
  </property>
</Properties>
</file>