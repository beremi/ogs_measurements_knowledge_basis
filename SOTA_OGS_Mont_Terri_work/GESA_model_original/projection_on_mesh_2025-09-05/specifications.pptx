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0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A35FE-5857-4B95-B060-8B9E7A2FA484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CB56-BD69-4E11-AAD0-E7026FBDAD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163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A35FE-5857-4B95-B060-8B9E7A2FA484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CB56-BD69-4E11-AAD0-E7026FBDAD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65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A35FE-5857-4B95-B060-8B9E7A2FA484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CB56-BD69-4E11-AAD0-E7026FBDAD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838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A35FE-5857-4B95-B060-8B9E7A2FA484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CB56-BD69-4E11-AAD0-E7026FBDAD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5990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A35FE-5857-4B95-B060-8B9E7A2FA484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CB56-BD69-4E11-AAD0-E7026FBDAD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5299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A35FE-5857-4B95-B060-8B9E7A2FA484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CB56-BD69-4E11-AAD0-E7026FBDAD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991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A35FE-5857-4B95-B060-8B9E7A2FA484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CB56-BD69-4E11-AAD0-E7026FBDAD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9070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A35FE-5857-4B95-B060-8B9E7A2FA484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CB56-BD69-4E11-AAD0-E7026FBDAD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458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A35FE-5857-4B95-B060-8B9E7A2FA484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CB56-BD69-4E11-AAD0-E7026FBDAD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1448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A35FE-5857-4B95-B060-8B9E7A2FA484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CB56-BD69-4E11-AAD0-E7026FBDAD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4327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A35FE-5857-4B95-B060-8B9E7A2FA484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CB56-BD69-4E11-AAD0-E7026FBDAD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5931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A35FE-5857-4B95-B060-8B9E7A2FA484}" type="datetimeFigureOut">
              <a:rPr lang="de-DE" smtClean="0"/>
              <a:t>29.04.2025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3CB56-BD69-4E11-AAD0-E7026FBDAD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463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33" y="1210600"/>
            <a:ext cx="3641371" cy="4472681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4252404" y="1322773"/>
            <a:ext cx="2101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ts_0000: 18.09.2019</a:t>
            </a:r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4252403" y="1619612"/>
            <a:ext cx="5575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ts_0001: 18.09.2019 + 10 </a:t>
            </a:r>
            <a:r>
              <a:rPr lang="de-DE" dirty="0" err="1" smtClean="0"/>
              <a:t>days</a:t>
            </a:r>
            <a:r>
              <a:rPr lang="de-DE" dirty="0" smtClean="0"/>
              <a:t> =&gt; End </a:t>
            </a:r>
            <a:r>
              <a:rPr lang="de-DE" dirty="0" err="1" smtClean="0"/>
              <a:t>of</a:t>
            </a:r>
            <a:r>
              <a:rPr lang="de-DE" dirty="0" smtClean="0"/>
              <a:t> September 2019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52403" y="1916451"/>
            <a:ext cx="4974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ts_0003: ts_001 + 1 </a:t>
            </a:r>
            <a:r>
              <a:rPr lang="de-DE" dirty="0" err="1" smtClean="0"/>
              <a:t>month</a:t>
            </a:r>
            <a:r>
              <a:rPr lang="de-DE" dirty="0" smtClean="0"/>
              <a:t> =&gt; End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October</a:t>
            </a:r>
            <a:r>
              <a:rPr lang="de-DE" dirty="0" smtClean="0"/>
              <a:t> 2019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4252403" y="2182295"/>
            <a:ext cx="539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ts_0005: ts_003 + 1 </a:t>
            </a:r>
            <a:r>
              <a:rPr lang="de-DE" dirty="0" err="1" smtClean="0"/>
              <a:t>month</a:t>
            </a:r>
            <a:r>
              <a:rPr lang="de-DE" dirty="0" smtClean="0"/>
              <a:t> =&gt; End </a:t>
            </a:r>
            <a:r>
              <a:rPr lang="de-DE" dirty="0" err="1" smtClean="0"/>
              <a:t>of</a:t>
            </a:r>
            <a:r>
              <a:rPr lang="de-DE" dirty="0" smtClean="0"/>
              <a:t> November 2019</a:t>
            </a: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4252403" y="247913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…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0937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438" y="1274474"/>
            <a:ext cx="7753612" cy="5014565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8374380" y="3089258"/>
            <a:ext cx="222355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Quick check at </a:t>
            </a:r>
            <a:r>
              <a:rPr lang="de-DE" sz="1400" dirty="0" err="1" smtClean="0"/>
              <a:t>point</a:t>
            </a:r>
            <a:r>
              <a:rPr lang="de-DE" sz="1400" dirty="0" smtClean="0"/>
              <a:t> ID 127:</a:t>
            </a:r>
          </a:p>
          <a:p>
            <a:r>
              <a:rPr lang="de-DE" sz="1400" dirty="0" smtClean="0"/>
              <a:t>\Delta t = 1 d</a:t>
            </a:r>
          </a:p>
          <a:p>
            <a:r>
              <a:rPr lang="de-DE" sz="1400" dirty="0" smtClean="0"/>
              <a:t>\Delta t = 10 d; 15.2187 d</a:t>
            </a:r>
            <a:endParaRPr lang="de-DE" sz="1400" dirty="0"/>
          </a:p>
        </p:txBody>
      </p:sp>
      <p:sp>
        <p:nvSpPr>
          <p:cNvPr id="6" name="Textfeld 5"/>
          <p:cNvSpPr txBox="1"/>
          <p:nvPr/>
        </p:nvSpPr>
        <p:spPr>
          <a:xfrm>
            <a:off x="536877" y="782544"/>
            <a:ext cx="3305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Quick convergence check at arbitrary point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41796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smtClean="0"/>
              <a:t>t0 = 18.09.2019</a:t>
            </a:r>
          </a:p>
          <a:p>
            <a:pPr marL="0" indent="0">
              <a:buNone/>
            </a:pPr>
            <a:r>
              <a:rPr lang="de-DE" dirty="0" smtClean="0"/>
              <a:t>\Delta t = 10 d (864000 s)</a:t>
            </a:r>
          </a:p>
          <a:p>
            <a:pPr marL="0" indent="0">
              <a:buNone/>
            </a:pPr>
            <a:r>
              <a:rPr lang="de-DE" dirty="0" smtClean="0"/>
              <a:t>\Delta t = 15.2187 d (1314900 s)</a:t>
            </a:r>
          </a:p>
          <a:p>
            <a:pPr marL="0" indent="0">
              <a:buNone/>
            </a:pPr>
            <a:r>
              <a:rPr lang="de-DE" dirty="0" smtClean="0"/>
              <a:t>(365.25 d / y / 12 </a:t>
            </a:r>
            <a:r>
              <a:rPr lang="de-DE" dirty="0" err="1" smtClean="0"/>
              <a:t>months</a:t>
            </a:r>
            <a:r>
              <a:rPr lang="de-DE" dirty="0" smtClean="0"/>
              <a:t> = 30.4375 d / m; *0.5 = 2 </a:t>
            </a:r>
            <a:r>
              <a:rPr lang="de-DE" dirty="0" err="1" smtClean="0"/>
              <a:t>weeks</a:t>
            </a:r>
            <a:r>
              <a:rPr lang="de-DE" smtClean="0"/>
              <a:t>)</a:t>
            </a:r>
            <a:endParaRPr lang="de-DE" dirty="0" smtClean="0"/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 smtClean="0"/>
              <a:t>	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86854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Breitbild</PresentationFormat>
  <Paragraphs>14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Company>GZH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Cajuhi, Tuanny</dc:creator>
  <cp:lastModifiedBy>Cajuhi, Tuanny</cp:lastModifiedBy>
  <cp:revision>6</cp:revision>
  <dcterms:created xsi:type="dcterms:W3CDTF">2025-04-28T09:38:35Z</dcterms:created>
  <dcterms:modified xsi:type="dcterms:W3CDTF">2025-04-29T05:00:33Z</dcterms:modified>
</cp:coreProperties>
</file>